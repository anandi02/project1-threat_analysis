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8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9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8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1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6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5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7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0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706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9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9074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62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50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4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ptos"/>
              </a:defRPr>
            </a:pPr>
            <a:r>
              <a:t>Cyber Threat &amp; Network Analysis with Fileless Malware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7440" y="3200400"/>
            <a:ext cx="668663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Aptos"/>
              </a:defRPr>
            </a:pPr>
            <a:r>
              <a:rPr dirty="0"/>
              <a:t>A Python-Based Data Analysis and Machine Learning Approach</a:t>
            </a:r>
          </a:p>
          <a:p>
            <a:pPr algn="ctr">
              <a:defRPr sz="1800">
                <a:latin typeface="Aptos"/>
              </a:defRPr>
            </a:pPr>
            <a:r>
              <a:rPr dirty="0" smtClean="0"/>
              <a:t>Prepared </a:t>
            </a:r>
            <a:r>
              <a:rPr dirty="0"/>
              <a:t>by: </a:t>
            </a:r>
            <a:r>
              <a:rPr dirty="0" err="1"/>
              <a:t>Anandi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Cybersecurity incidents generate large volumes of network and system activity.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Data analysis can reveal abnormal traffic, suspicious connections and attack patterns.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Fileless malware often abuses legitimate processes, scripts and system utilities.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This project combines network analysis, threat analysis, machine learning and forensic concepts in a Python-based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Manual analysis of large network and system datasets is time-consuming.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Suspicious activity may be hidden among normal traffic.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Traditional file-based indicators may not be sufficient for fileless attacks.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 structured Python workflow can help analyze evidence, identify threats, extract indicators and summarize findings.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Analyze network traffic and system activity for suspicious behavior.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potential Indicators of Compromise (IoCs).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Analyze behavioral indicators associated with fileless malware.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Train ML models to distinguish normal and potentially malicious activity.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Evaluate models using accuracy, precision, recall and F1-score.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Generate timelines and a structured forensic investigation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Network traffic data analysis.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Exploratory data analysis and visualization.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Threat classification and risk assessment.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IoC extraction from analyzed records.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Machine-learning-based anomaly/threat classification.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Fileless malware indicators analyzed from available logs or structured sample data.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Automated summary/report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1. Data acquisition → 2. Data preprocessing → 3. Exploratory analysis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4. Network analysis → 5. Threat analysis and IoC extraction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6. ML model training → 7. Model evaluation and XAI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8. Timeline reconstruction → 9. Automated forensic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Primary dataset: network intrusion / network traffic dataset.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Expected fields may include source/destination information, ports, protocols, flow statistics and labels.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System/process or PowerShell-style log data may be used as a supporting forensic dataset.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Final analysis will use the actual columns and labels available in the selected dataset.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Dataset quality checks will include missing values, duplicates, data types and class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Load CSV/Excel data using pandas.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Inspect rows, columns, data types and missing values.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Remove or handle duplicates and missing records where appropriate.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Encode categorical variables.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Select relevant features for analysis and ML.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Scale numerical features when required by the selected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Measure dataset size and class distribution.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Compare normal and malicious traffic.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Analyze attack categories and frequency.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Study protocols, ports and traffic volumes.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Use histograms, bar charts, box plots and correlation heatmaps.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unusual patterns that require further threat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Network Traffic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Analyze source and destination communication patterns.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unusual ports, protocols and connection frequencies.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Examine high-volume or abnormal flows.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Look for patterns consistent with scanning, command-and-control or possible exfiltration.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Correlate network observations with timestamps and other available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Threat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Classify observed activity as normal, suspicious or potentially malicious.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Analyze attack categories present in the dataset.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Assess threat severity using evidence-based rules.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repeated or abnormal behaviors.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Summarize potential attack patterns and their impact.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Indicators of Compromise (IoCs)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Potential IoCs may include suspicious IP addresses, domains, ports and protocols.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Other indicators can include unusual process names, commands and repeated connections.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IoCs will be extracted from analyzed evidence and organized into a structured table.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Each IoC can be associated with an observed event, timestamp and risk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Fileless Malware Behavioral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Fileless malware may operate through legitimate tools instead of a traditional malicious executable.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Relevant behavioral indicators include suspicious PowerShell or script execution, unusual process activity and abnormal network communication.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project demonstrates analysis of such indicators using structured logs or sample data.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project does not claim live malware execution or full memory forensics.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Prepare features and labels from the cleaned dataset.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Split data into training and testing sets.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Train beginner-friendly models such as Decision Tree and Random Forest.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Predict normal versus malicious activity or available attack categories.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Compare models using standard classification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Accuracy: overall proportion of correct predictions.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Precision: proportion of predicted positives that are actually positive.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Recall: proportion of actual positives detected by the model.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F1-score: balance between precision and recall.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Confusion matrix: detailed view of correct and incorrect classifications.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Final metric values will be generated from the actual dataset.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Use model feature importance to understand which network features influence predictions.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Rank important features such as ports, flow duration or traffic-volume features when supported by the dataset.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Present model findings in an investigator-friendly format.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Explainability helps connect ML predictions with observable evidence.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Timeline &amp; Forensic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Sort relevant events by timestamp.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the sequence of suspicious activity.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Correlate network events with process or system-log events where available.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Build an incident timeline showing the progression of observed activity.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Document evidence sources and analysis steps for traceability.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Automated Forensic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Generate a structured report containing case information and dataset summary.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Include threat findings, IoCs, timelines and ML results.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Include charts and model evaluation results.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Document evidence source, processing steps and limitations.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report is designed to support reproducibility and clear communication of findings.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major attack categories and abnormal network patterns.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Produce visual summaries of normal versus malicious activity.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Generate a structured IoC list and threat-risk summary.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Train ML models capable of classifying relevant network activity.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Identify important features influencing ML predictions.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Produce a reproducible analysis and final forensic-style report.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Python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Google Colab / Jupyter Notebook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Pandas and NumPy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Matplotlib and Seaborn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Scikit-learn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SHAP or feature-importance methods where appropriate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ReportLab for automated PDF reporting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Excel/CSV cybersecurity datasets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project is a controlled academic/internship prototype, not a commercial forensic platform.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Fileless-malware analysis is based on behavioral indicators and available structured evidence.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No live malware execution is required.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Full memory acquisition and advanced reverse engineering are outside the initial scope.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ML performance depends on dataset quality, labels and class balance.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Real-time network monitoring.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Integration with SIEM and security-alert systems.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Advanced memory forensics using dedicated forensic tools.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Deep-learning and anomaly-detection models.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Threat-intelligence feeds for automated IoC enrichment.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Interactive cybersecurity dashboard.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Automated incident-response recommendations.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project combines data analysis, network threat detection, machine learning and forensic concepts.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Python provides a practical environment for preprocessing, visualization, threat analysis and model training.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resulting workflow can help investigators understand suspicious activity and communicate findings clearly.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The implementation will be validated using the selected real-world cybersecurity dataset.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MITRE ATT&amp;CK — adversary tactics and techniques.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NIST Computer Security Incident Handling Guide (SP 800-61).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NIST Guide to Integrating Forensic Techniques into Incident Response (SP 800-86).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Scikit-learn documentation.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Pandas documentation.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Dataset source and documentation — to be finalized after dataset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165</TotalTime>
  <Words>1231</Words>
  <Application>Microsoft Office PowerPoint</Application>
  <PresentationFormat>Widescreen</PresentationFormat>
  <Paragraphs>147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2026-09-27T17:09:32Z</dcterms:modified>
  <cp:category/>
</cp:coreProperties>
</file>